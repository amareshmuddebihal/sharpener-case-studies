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ToyJoy Inventory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Seasonal Inventory Management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Excess inventory &amp; frequent stockouts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stock &amp; improve cash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Sales, Inventory Turnover, Stockouts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during festivals &amp; holidays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Overstock in Educational &amp; Board Games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Mismatch between demand &amp; supply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Seasonal forecasting &amp; reorder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20% inventory reduction possible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